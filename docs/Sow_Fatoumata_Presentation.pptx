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4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8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 sz="1350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A135D55-CBF4-4CC1-BE31-44A6BD774970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sz="135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0726B077-2B58-493A-90F9-005DA522DC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91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CBF00F-5186-9D37-14B9-028CEB9D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16" y="1172150"/>
            <a:ext cx="6457610" cy="1660106"/>
          </a:xfrm>
        </p:spPr>
        <p:txBody>
          <a:bodyPr/>
          <a:lstStyle/>
          <a:p>
            <a:pPr algn="l"/>
            <a:r>
              <a:rPr lang="en-US" sz="1200" b="1" dirty="0">
                <a:solidFill>
                  <a:schemeClr val="bg2"/>
                </a:solidFill>
              </a:rPr>
              <a:t>PROJET DE FIN D’ETAPE</a:t>
            </a:r>
            <a:br>
              <a:rPr lang="en-US" sz="3000" b="1" dirty="0">
                <a:solidFill>
                  <a:schemeClr val="bg2"/>
                </a:solidFill>
              </a:rPr>
            </a:br>
            <a:r>
              <a:rPr lang="en-US" sz="3000" b="1" dirty="0">
                <a:solidFill>
                  <a:schemeClr val="bg2"/>
                </a:solidFill>
              </a:rPr>
              <a:t>AfriTalent</a:t>
            </a:r>
            <a:br>
              <a:rPr lang="en-US" sz="3000" b="1" dirty="0">
                <a:solidFill>
                  <a:schemeClr val="bg2"/>
                </a:solidFill>
              </a:rPr>
            </a:br>
            <a:r>
              <a:rPr lang="fr-FR" sz="1200" b="1" dirty="0">
                <a:solidFill>
                  <a:schemeClr val="bg2"/>
                </a:solidFill>
              </a:rPr>
              <a:t>Plateforme de mise en relation entre freelances tech et entreprises</a:t>
            </a:r>
            <a:br>
              <a:rPr lang="fr-FR" sz="3000" b="1" dirty="0"/>
            </a:br>
            <a:endParaRPr lang="fr-FR" sz="3000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A613FA-05BD-1449-F75B-32C8856D0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399" y="3116631"/>
            <a:ext cx="6619244" cy="436642"/>
          </a:xfrm>
        </p:spPr>
        <p:txBody>
          <a:bodyPr/>
          <a:lstStyle/>
          <a:p>
            <a:r>
              <a:rPr lang="fr-FR" sz="900" b="1" dirty="0"/>
              <a:t>Présenté par                                                                              EXAMINATEUR</a:t>
            </a:r>
          </a:p>
          <a:p>
            <a:r>
              <a:rPr lang="fr-FR" sz="900" dirty="0"/>
              <a:t>Fatoumata Sow                                                                       M. Robert Diassé</a:t>
            </a:r>
            <a:endParaRPr lang="en-US" sz="900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62B2EF2-51CE-807C-263C-F3781C92CC03}"/>
              </a:ext>
            </a:extLst>
          </p:cNvPr>
          <p:cNvCxnSpPr>
            <a:cxnSpLocks/>
          </p:cNvCxnSpPr>
          <p:nvPr/>
        </p:nvCxnSpPr>
        <p:spPr>
          <a:xfrm>
            <a:off x="944593" y="2647571"/>
            <a:ext cx="5149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7">
            <a:extLst>
              <a:ext uri="{FF2B5EF4-FFF2-40B4-BE49-F238E27FC236}">
                <a16:creationId xmlns:a16="http://schemas.microsoft.com/office/drawing/2014/main" id="{53AB21D2-48A4-A846-8DD5-D571FF694C3F}"/>
              </a:ext>
            </a:extLst>
          </p:cNvPr>
          <p:cNvSpPr/>
          <p:nvPr/>
        </p:nvSpPr>
        <p:spPr>
          <a:xfrm>
            <a:off x="7280833" y="421299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858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 du projet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39496" y="1920240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8470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: palette &amp; typographie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30352" y="2670048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0352" y="2670048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5968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pages &amp; arborescence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30352" y="3419856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0352" y="3419856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3467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JavaScript &amp; CSS avancé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30352" y="4169664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0352" y="4169664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096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: composants utilisés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828032" y="1170432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28032" y="1170432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3248" y="1097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historique &amp; déploiement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84708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28032" y="1920240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28032" y="1920240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13248" y="18470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59689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828032" y="2670048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28032" y="2670048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3248" y="25968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&amp; documentation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34670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28032" y="3419856"/>
            <a:ext cx="502920" cy="448056"/>
          </a:xfrm>
          <a:prstGeom prst="roundRect">
            <a:avLst>
              <a:gd name="adj" fmla="val 12245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7" name="Text 35"/>
          <p:cNvSpPr/>
          <p:nvPr/>
        </p:nvSpPr>
        <p:spPr>
          <a:xfrm>
            <a:off x="4828032" y="3419856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33467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+ Conclusion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en Afrique connaît une croissance explosive.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est une plateforme fictive de mise en relation entre freelances tech et entreprises.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Développeurs, designers, créateurs de contenu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Entreprises cherchant des talents tech africains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138928" y="1874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&amp; accessibilité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395728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38928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: Grid, Flexbox, Bento Grid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871216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38928" y="2825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: grille &amp; composants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46704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38928" y="3300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: 7 fonctionnalités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822192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38928" y="3776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Pages (déploiement)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4297680"/>
            <a:ext cx="201168" cy="20116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38928" y="4251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&amp; présentation PowerPoint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de couleurs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#112233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--primary-color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nuit principal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5740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#1A365D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29718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--secondary-color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57400" y="3200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secondaire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4904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#FF9F43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9718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--accent-color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49040" y="3200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CTA &amp; survols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1645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4068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#F7FAFC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9718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--bg-light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40680" y="3200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clairs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64592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3232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#2D3748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9718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--text-color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principal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 (Google Fonts)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Jakarta Sans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--font-title · Titres &amp; headings · H1 à H6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0690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--font-body · Corps de texte · lisibilité maximale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75488" y="11155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4944" y="11155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0" y="11155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NOM-Prenom-AfriTalent/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94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083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47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66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105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*.pptx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3251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5445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73168" y="10241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Pages HTML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56832" y="102412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fichiers — navigation cohérente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536192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73168" y="15544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css/style.css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56832" y="155448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variables CSS, Bento Grid, dark mode, responsive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066544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73168" y="20848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js/main.js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56832" y="2084832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JS Vanilla — script unique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596896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73168" y="261518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images/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56832" y="2615184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freelances, logo, avatars, hero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127248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73168" y="31455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docs/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56832" y="3145536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PowerPoint de soutenance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657600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73168" y="36758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README.md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56832" y="367588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lien GitHub Pages, captures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187952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73168" y="42062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.gitignore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56832" y="420624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des fichiers inutiles du dépôt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08"/>
            <a:ext cx="914400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r>
              <a:rPr lang="en-US" dirty="0"/>
              <a:t>1`	</a:t>
            </a:r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Les 5 Pages du Site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-9085" y="980694"/>
            <a:ext cx="1641348" cy="4114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6012" y="4544568"/>
            <a:ext cx="1468901" cy="461772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-79289" y="4568661"/>
            <a:ext cx="1747701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726" y="4764024"/>
            <a:ext cx="140981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Hero · Bento · Témoignages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783080" y="960120"/>
            <a:ext cx="1615828" cy="4114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1850850" y="4560776"/>
            <a:ext cx="1467705" cy="475979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1955760" y="4515222"/>
            <a:ext cx="125788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865067" y="4827360"/>
            <a:ext cx="1422415" cy="168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· 9 profils · Filtrage JS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542716" y="980694"/>
            <a:ext cx="1584873" cy="409422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3658459" y="4560776"/>
            <a:ext cx="1405023" cy="473678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2"/>
          <p:cNvSpPr/>
          <p:nvPr/>
        </p:nvSpPr>
        <p:spPr>
          <a:xfrm>
            <a:off x="3668747" y="4517528"/>
            <a:ext cx="1360879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680530" y="4752966"/>
            <a:ext cx="13608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FAQ Accordion Bootstrap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310027" y="980694"/>
            <a:ext cx="1654799" cy="4094226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5407320" y="4546403"/>
            <a:ext cx="1435802" cy="468094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633169" y="4498097"/>
            <a:ext cx="918911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514111" y="4752966"/>
            <a:ext cx="1190189" cy="207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· Valeurs · Chiffres clés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088441" y="980694"/>
            <a:ext cx="1598359" cy="4094226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7147264" y="4515222"/>
            <a:ext cx="1433415" cy="519232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/>
          <p:nvPr/>
        </p:nvSpPr>
        <p:spPr>
          <a:xfrm>
            <a:off x="7360920" y="4526280"/>
            <a:ext cx="9233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211042" y="4806687"/>
            <a:ext cx="1305857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JS · Google Maps</a:t>
            </a:r>
            <a:endParaRPr lang="en-US" sz="8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8AC56DFF-C086-423B-22F0-9D899AA7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2" y="1040145"/>
            <a:ext cx="1514489" cy="3421636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85FB58C-61D1-4288-63BC-95A491D58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623" y="994501"/>
            <a:ext cx="1467705" cy="346728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3A7279F7-8816-5F6A-C32B-C089F39BA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459" y="994501"/>
            <a:ext cx="1371167" cy="3462442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120945A-B820-69FA-6197-8365E8058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7320" y="994501"/>
            <a:ext cx="1435802" cy="3462442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64E4B152-61A4-5D5F-869F-14219F671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264" y="994501"/>
            <a:ext cx="1476697" cy="346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7 Fonctionnalités Vanilla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1133856"/>
            <a:ext cx="1938528" cy="1719072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" y="1261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618488"/>
            <a:ext cx="1865376" cy="877824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document.documentElement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.setAttribute("data-theme", theme);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localStorage.setItem("theme", theme);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250088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pour persister le thème entre pages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19"/>
            <a:ext cx="2011680" cy="1719071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42032" y="126187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42032" y="1261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261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42032" y="1618488"/>
            <a:ext cx="1865376" cy="924280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78608" y="164592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(entries) =&gt; { lancerAnimation();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threshold: 0.1 });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05456" y="2551543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20ms de 0 → valeur cible, 50 étapes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2011680" cy="1719072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36592" y="126187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36592" y="1261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261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1618488"/>
            <a:ext cx="1865376" cy="960120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36592" y="1645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(filtre === "all" || filtre ===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freelance.getAttribute("data-category"))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colonne.style.setProperty("display","block")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36592" y="257860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Affiche/masque par data-category sans rechargement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19"/>
            <a:ext cx="2011680" cy="1710296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931152" y="126187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931152" y="1261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1261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31152" y="1618488"/>
            <a:ext cx="1865376" cy="960120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967728" y="164592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regexEmail =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/^[^\s@]+@[^\s@]+\.[^\s@]+$/;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(!regexEmail.test(email.value))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email.classList.add("is-invalid");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49440" y="2587783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+ longueur message ≥ 20 caractères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0" y="2971800"/>
            <a:ext cx="2011680" cy="1827266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444752" y="304495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444752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3044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au scroll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444752" y="3401568"/>
            <a:ext cx="1847088" cy="860270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481328" y="342900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window.addEventListener("scroll", ()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(scrollY &gt; 50)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navbar.classList.add("scrolled");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444752" y="4368193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shrink : padding réduit dès 50px de scroll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39312" y="2971800"/>
            <a:ext cx="2029968" cy="1827266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730752" y="304495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730752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9080" y="3044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30752" y="3401567"/>
            <a:ext cx="1865376" cy="860271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767328" y="342900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(scrollY &gt; 300)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btn.classList.remove("d-none");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window.scrollTo({ behavior: "smooth" }));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30752" y="441728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scroll natif du navigateur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2971799"/>
            <a:ext cx="2011680" cy="1827265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016752" y="3044952"/>
            <a:ext cx="292608" cy="2926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016752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3044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 sections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16752" y="3401568"/>
            <a:ext cx="1865376" cy="860270"/>
          </a:xfrm>
          <a:prstGeom prst="roundRect">
            <a:avLst>
              <a:gd name="adj" fmla="val 8974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053328" y="342900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(e) =&gt; e.target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.classList.add("is-visible")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threshold: 0.15 })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35040" y="436555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opacity 0→1 + translateY(30px→0) via is-visible</a:t>
            </a:r>
            <a:endParaRPr lang="en-US" sz="85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Avancé — Techniques clés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(:root)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02336" y="1645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--primary-color: #112233;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--accent-color: #ff9f43;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'Plus Jakarta Sans';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--border-radius-bento: 16px;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--main-padding: 2rem;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variables définies pour cohérence globale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(CSS Grid)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2763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74136" y="1645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.bento-grid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.bento-w-2 { grid-column: span 2; }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asymétrique inspirée du style Bento Box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550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&amp; Transitions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2763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45936" y="1645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.category-card:hover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translateY(-8px);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15px 30px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rgba(0,0,0,0.12);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transparent;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Bézier cubic-bezier(0.25,0.8,0.25,1)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(CSS Overrides)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0215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02336" y="352044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[data-theme="dark"] .card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var(--bg-light);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var(--card-border);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[data-theme="dark"] .form-control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#2b2b2b;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4361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selector sur &lt;html data-theme&gt;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8328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IntersectionObserver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50215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6151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translateY(30px);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opacity 0.8s ease-out,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 0.8s ease-out;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will-change: opacity, transform;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37560" y="4361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.is-visible injectée par JS → fade-in fluide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28346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35508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(Media Queries)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502152"/>
            <a:ext cx="2651760" cy="859536"/>
          </a:xfrm>
          <a:prstGeom prst="roundRect">
            <a:avLst>
              <a:gd name="adj" fmla="val 7955"/>
            </a:avLst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345936" y="352044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991.98px)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.bento-grid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1fr;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.bento-w-2 { grid-column: span 1;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0" y="4361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sur 375px, 768px et 1200px+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— Composants Utilisés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navbar-expand + sticky-top + hamburger mobile. Classe .scrolled injectée par JS au scroll.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/ col-md-6 / col-lg-4 sur les freelances et l'équipe. Footer 4 colonnes.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0632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freelances, tarifs, équipe, catégories. Hover effect CSS personnalisé.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9776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Témoignages (index.html) — 3+ avis clients avec photo, note étoiles, citation.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37760" y="13258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13258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12344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sur tarifs.html — 5+ questions/réponses dépliables Bootstrap natif.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937760" y="22402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37760" y="22402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21488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modale intégrée (confirmation ou détail profil).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063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937760" y="31546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31546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30632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d-none, d-flex, gap, shadow, rounded, text-muted, is-valid / is-invalid pour formulaire.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9776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937760" y="40690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9776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(bi-sun-fill, bi-moon-fill, bi-arrow-up, bi-check-circle-fill, etc.)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Versioning &amp; Déploiement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arborescence &amp; structure HTML de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98424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3405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273405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" y="3483864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hover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3367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4352544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423367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&amp; media queries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23444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937760" y="1353312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3776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13248" y="1234440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scroll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98424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937760" y="2103120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37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3248" y="198424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 &amp; animations fade-in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73405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937760" y="2852928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93776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13248" y="273405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freelances &amp; validation formulaire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8386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937760" y="3602736"/>
            <a:ext cx="384048" cy="38404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93776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13248" y="3483864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corrections, commentaires, W3C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423367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937760" y="4352544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93776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13248" y="423367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+ README + PPTX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— flash visuel blanc (FOUC)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4617720" y="1280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du thème dès le DOMContentLoaded avant le premier rendu. Lecture de localStorage en priorité sur les préférences système.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887968" y="1435608"/>
            <a:ext cx="182880" cy="402336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non responsive sur mobile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4617720" y="2240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4688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@media (max-width: 991.98px) avec grid-template-columns: 1fr et réinitialisation de bento-w-2 à span 1.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87968" y="2395728"/>
            <a:ext cx="182880" cy="402336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débordant des cartes freelances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15468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17720" y="3200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34290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card-img-top avec height: 450px, object-fit: cover et overflow: hidden sur la carte parente pour contenir le zoom scale(1.06).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87968" y="3355848"/>
            <a:ext cx="182880" cy="402336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160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3891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sur pages contact/freelances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53128" y="411480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61772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43891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la page courante par présence d'IDs uniques (#contact-form, #freelancers-grid). Désactivation des animations pour privilégier la réactivité.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87968" y="4315968"/>
            <a:ext cx="182880" cy="402336"/>
          </a:xfrm>
          <a:prstGeom prst="roundRect">
            <a:avLst>
              <a:gd name="adj" fmla="val 25000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1" grpId="0" animBg="1"/>
      <p:bldP spid="14" grpId="0" animBg="1"/>
      <p:bldP spid="17" grpId="0" animBg="1"/>
      <p:bldP spid="18" grpId="0" animBg="1"/>
      <p:bldP spid="21" grpId="0" animBg="1"/>
      <p:bldP spid="24" grpId="0" animBg="1"/>
      <p:bldP spid="25" grpId="0" animBg="1"/>
      <p:bldP spid="28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801368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03504" y="1737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HTML, CSS, 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148840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03504" y="20848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— Tutoriels pratiques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496312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03504" y="24323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Validation HTML (0 erreur)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1801368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84064" y="1737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 — Composants &amp; grid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9472" y="2148840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84064" y="20848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— Icônes (bi-*)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19472" y="2496312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84064" y="24323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Plus Jakarta Sans + Inter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3154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visuelle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" y="3630168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03504" y="3566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 — Design web haut de gamme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3977640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" y="3913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 — Inspiration UI/UX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" y="4325112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03504" y="42611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Palette de couleurs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846320" y="315468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3" name="Text 31"/>
          <p:cNvSpPr/>
          <p:nvPr/>
        </p:nvSpPr>
        <p:spPr>
          <a:xfrm>
            <a:off x="4846320" y="3154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19472" y="3630168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84064" y="3566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— Photos libres de droits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3977640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84064" y="3913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 — Photos freelances &amp; bureau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4325112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84064" y="42611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héros et avatars libres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F9F43">
              <a:alpha val="20000"/>
            </a:srgbClr>
          </a:solidFill>
          <a:ln w="12700">
            <a:solidFill>
              <a:srgbClr val="FF9F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481328" y="1801368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entre les 5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185416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481328" y="2249424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828800" y="21854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Dark / Light Mode (localStorage persistant)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633472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481328" y="2697480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828800" y="26334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au scroll (IntersectionObserver)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081528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481328" y="3145536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828800" y="30815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freelances par catégorie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9584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481328" y="3593592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828800" y="35295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complète du formulaire de contact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97764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481328" y="4041648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828800" y="3977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 + effet navbar shrink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425696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1A365D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481328" y="4489704"/>
            <a:ext cx="228600" cy="2286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828800" y="442569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 (DevTools mobile 375px)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maîtrisé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3232" y="177393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validé W3C (0 erreur)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13232" y="216712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/ Flexbox / Bento Grid responsives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13232" y="25603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JS Vanilla complètes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13232" y="29535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personnalisé (variables CSS)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13232" y="334670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: 10 commits progressifs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3232" y="373989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 fonctionnel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13232" y="41330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: alt, aria-label, contraste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12344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23560" y="13533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futures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50992" y="1847088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897880" y="17922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réel (Node.js / PHP)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50992" y="2276856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897880" y="22219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utilisateur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50992" y="2706624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897880" y="2651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freelances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50992" y="3136392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89788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paiement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50992" y="3566160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897880" y="35112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(Progressive Web App)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50992" y="3995928"/>
            <a:ext cx="164592" cy="16459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897880" y="39410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FR/EN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E76F5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Merci pour votre attention</a:t>
            </a: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F4A2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 questions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AfriTalent — Projet S2 · Robert DIASSÉ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1148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4A2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 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41148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4A2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926080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Fonctions 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41148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4A2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41148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4A2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déployé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range roug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1603</Words>
  <Application>Microsoft Office PowerPoint</Application>
  <PresentationFormat>Affichage à l'écran (16:9)</PresentationFormat>
  <Paragraphs>323</Paragraphs>
  <Slides>15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PROJET DE FIN D’ETAPE AfriTalent Plateforme de mise en relation entre freelances tech et entreprises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S2</dc:title>
  <dc:subject>PptxGenJS Presentation</dc:subject>
  <dc:creator>PptxGenJS</dc:creator>
  <cp:lastModifiedBy>Fatoumata sow</cp:lastModifiedBy>
  <cp:revision>5</cp:revision>
  <dcterms:created xsi:type="dcterms:W3CDTF">2026-06-23T23:42:39Z</dcterms:created>
  <dcterms:modified xsi:type="dcterms:W3CDTF">2026-06-24T01:26:57Z</dcterms:modified>
</cp:coreProperties>
</file>